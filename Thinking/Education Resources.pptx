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66" d="100"/>
          <a:sy n="66" d="100"/>
        </p:scale>
        <p:origin x="1301" y="31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4088D-DCFD-E554-01CB-10BF7F519E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33BD3F8-6FDF-4E08-AACA-3A0294729D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9FED6A6-1A76-F0AA-48B0-F56B4A326AF9}"/>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5" name="Footer Placeholder 4">
            <a:extLst>
              <a:ext uri="{FF2B5EF4-FFF2-40B4-BE49-F238E27FC236}">
                <a16:creationId xmlns:a16="http://schemas.microsoft.com/office/drawing/2014/main" id="{F8442E7B-B2FB-556B-C409-382138E52A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4F60D-8E89-85DA-7D5D-C580E7827CA1}"/>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1425985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8AED5-CC5C-5C00-5493-9C6F03DB8F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36ECB5D-8B92-95F2-9A08-8F76161568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82F8B7-0C96-290F-F982-B4E1DC963537}"/>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5" name="Footer Placeholder 4">
            <a:extLst>
              <a:ext uri="{FF2B5EF4-FFF2-40B4-BE49-F238E27FC236}">
                <a16:creationId xmlns:a16="http://schemas.microsoft.com/office/drawing/2014/main" id="{0EEE7F94-B6BA-22B8-4EC4-22F2147FB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4E3603-C9A8-16ED-5B14-46A7F9E6ED52}"/>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3918027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9E971-1263-4277-CC09-3AFC19A0CC0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F6B4628-0A69-8CAB-CD6C-09B760F26A8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A6A990-1841-A412-6274-07A1944ED854}"/>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5" name="Footer Placeholder 4">
            <a:extLst>
              <a:ext uri="{FF2B5EF4-FFF2-40B4-BE49-F238E27FC236}">
                <a16:creationId xmlns:a16="http://schemas.microsoft.com/office/drawing/2014/main" id="{6E949D4F-CB89-4FDA-BDF8-99CF5E2A3C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01860B-0F98-518B-88A1-E3D3295C9E00}"/>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7332085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6DF40-6A0B-E293-FD1D-6C1C399B0D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A18D7B-8411-21F3-E25C-A9B120B418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1FBD55-FD35-1958-8471-1DDC9EE661F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47C390-BCA7-EB9D-5296-D47B29EBBA5F}"/>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6" name="Footer Placeholder 5">
            <a:extLst>
              <a:ext uri="{FF2B5EF4-FFF2-40B4-BE49-F238E27FC236}">
                <a16:creationId xmlns:a16="http://schemas.microsoft.com/office/drawing/2014/main" id="{CDC958A1-FDB3-8C20-EC85-8436834A7A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B6076A-5103-727E-0BAA-F8D3ADB76FC4}"/>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1559923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25D1A-DD8B-01BC-CB91-FDA54BD488B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F1F57DB-45A0-CEC6-043C-53209EEC9F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4325E8-5C59-EB91-D96F-31B16408D9B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2C44B02-C8C1-827F-E74A-93E6C5BBDD0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7605F9C-075B-E4AA-B491-D18371AA44C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A42676-6EE8-0926-FF9C-67B5A6E87192}"/>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8" name="Footer Placeholder 7">
            <a:extLst>
              <a:ext uri="{FF2B5EF4-FFF2-40B4-BE49-F238E27FC236}">
                <a16:creationId xmlns:a16="http://schemas.microsoft.com/office/drawing/2014/main" id="{EC476121-C44B-1B0A-652A-F143A208AA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E235C6E-9728-A8F1-8170-CEBDE4EF5B4D}"/>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829678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7017C4-05C9-A87D-D4FB-D9BE50CEE1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97A63A-A8F4-31C0-1AB5-337D6D25910A}"/>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4" name="Footer Placeholder 3">
            <a:extLst>
              <a:ext uri="{FF2B5EF4-FFF2-40B4-BE49-F238E27FC236}">
                <a16:creationId xmlns:a16="http://schemas.microsoft.com/office/drawing/2014/main" id="{25734CC9-A10E-CD05-4D8E-374BC62CE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B8740BC-4BFF-0821-4B5D-34E2CE568A0D}"/>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33039362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052703C-5901-9C1C-5AF1-0E656C078B08}"/>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3" name="Footer Placeholder 2">
            <a:extLst>
              <a:ext uri="{FF2B5EF4-FFF2-40B4-BE49-F238E27FC236}">
                <a16:creationId xmlns:a16="http://schemas.microsoft.com/office/drawing/2014/main" id="{C4983977-E5D4-B59D-DEF8-214260E83BC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A989214-D2DB-2E23-54B0-32DF500E91DB}"/>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31121130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FBCD9-FC37-7B84-7D17-A5845BD7FA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F6549D2-CF9F-0E6B-2D47-403A934EA5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CB440D-9361-CE09-3CBD-B72115517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72570-AA66-DA75-F189-503E7DF27C17}"/>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6" name="Footer Placeholder 5">
            <a:extLst>
              <a:ext uri="{FF2B5EF4-FFF2-40B4-BE49-F238E27FC236}">
                <a16:creationId xmlns:a16="http://schemas.microsoft.com/office/drawing/2014/main" id="{2BF1357B-38DE-5900-2580-35FAB85556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3BA2D75-0FA3-BE42-A17F-60F585406A8C}"/>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10463122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A3EF6-259B-2802-640E-DC0C5629E3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705CA20-6AEE-3EF7-A7AB-81293B4A832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E37366-2D0F-0B31-BBD6-F1A69E42F50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591EAD-7127-428D-E136-C30FEF3819B2}"/>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6" name="Footer Placeholder 5">
            <a:extLst>
              <a:ext uri="{FF2B5EF4-FFF2-40B4-BE49-F238E27FC236}">
                <a16:creationId xmlns:a16="http://schemas.microsoft.com/office/drawing/2014/main" id="{074813DA-8A43-CC38-C283-9EEAF46BD8E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443F6A-B5B3-48BF-CF82-E799D392722D}"/>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3657452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7989-F55F-E0C6-5A58-AD71CC57B8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7264761-DDB4-7A05-1EE6-FF3D4BCD6B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9C69DF-D22D-49D8-C069-6FC62853119B}"/>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5" name="Footer Placeholder 4">
            <a:extLst>
              <a:ext uri="{FF2B5EF4-FFF2-40B4-BE49-F238E27FC236}">
                <a16:creationId xmlns:a16="http://schemas.microsoft.com/office/drawing/2014/main" id="{415F9839-4ABB-4549-82BB-6E8EF68C76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106FD3-A38F-A1E7-B80E-BD5CA28817E8}"/>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2052405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0D807B-86A9-0CCF-A062-EC134ABFEF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34AE37A-673C-3531-949B-DC4C9F52F9B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57A363-8D20-AD60-D7C6-CB40226F3327}"/>
              </a:ext>
            </a:extLst>
          </p:cNvPr>
          <p:cNvSpPr>
            <a:spLocks noGrp="1"/>
          </p:cNvSpPr>
          <p:nvPr>
            <p:ph type="dt" sz="half" idx="10"/>
          </p:nvPr>
        </p:nvSpPr>
        <p:spPr/>
        <p:txBody>
          <a:bodyPr/>
          <a:lstStyle/>
          <a:p>
            <a:fld id="{7E9CFAB0-AE29-49D6-AC50-84B0361C6217}" type="datetimeFigureOut">
              <a:rPr lang="en-US" smtClean="0"/>
              <a:t>10/23/2026</a:t>
            </a:fld>
            <a:endParaRPr lang="en-US"/>
          </a:p>
        </p:txBody>
      </p:sp>
      <p:sp>
        <p:nvSpPr>
          <p:cNvPr id="5" name="Footer Placeholder 4">
            <a:extLst>
              <a:ext uri="{FF2B5EF4-FFF2-40B4-BE49-F238E27FC236}">
                <a16:creationId xmlns:a16="http://schemas.microsoft.com/office/drawing/2014/main" id="{FB20A7A9-2E24-BC85-A1C4-DCADDD392A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1D54CF-7D9B-065E-F834-4DF77B018611}"/>
              </a:ext>
            </a:extLst>
          </p:cNvPr>
          <p:cNvSpPr>
            <a:spLocks noGrp="1"/>
          </p:cNvSpPr>
          <p:nvPr>
            <p:ph type="sldNum" sz="quarter" idx="12"/>
          </p:nvPr>
        </p:nvSpPr>
        <p:spPr/>
        <p:txBody>
          <a:bodyPr/>
          <a:lstStyle/>
          <a:p>
            <a:fld id="{8B3849D5-35FC-4621-97C1-F46BB97B5207}" type="slidenum">
              <a:rPr lang="en-US" smtClean="0"/>
              <a:t>‹#›</a:t>
            </a:fld>
            <a:endParaRPr lang="en-US"/>
          </a:p>
        </p:txBody>
      </p:sp>
    </p:spTree>
    <p:extLst>
      <p:ext uri="{BB962C8B-B14F-4D97-AF65-F5344CB8AC3E}">
        <p14:creationId xmlns:p14="http://schemas.microsoft.com/office/powerpoint/2010/main" val="11928582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47034C-7694-E369-011A-E700EE0858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7ABC2A7-4B76-3B54-776B-8DBAEF82252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874138-C5AF-9B24-6BB9-4BA90131D2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E9CFAB0-AE29-49D6-AC50-84B0361C6217}" type="datetimeFigureOut">
              <a:rPr lang="en-US" smtClean="0"/>
              <a:t>10/23/2026</a:t>
            </a:fld>
            <a:endParaRPr lang="en-US"/>
          </a:p>
        </p:txBody>
      </p:sp>
      <p:sp>
        <p:nvSpPr>
          <p:cNvPr id="5" name="Footer Placeholder 4">
            <a:extLst>
              <a:ext uri="{FF2B5EF4-FFF2-40B4-BE49-F238E27FC236}">
                <a16:creationId xmlns:a16="http://schemas.microsoft.com/office/drawing/2014/main" id="{186AF3CD-A024-4B93-7CA5-56B9CD1934F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23F34B6-7C0D-751F-B14D-6448194B5BC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B3849D5-35FC-4621-97C1-F46BB97B5207}" type="slidenum">
              <a:rPr lang="en-US" smtClean="0"/>
              <a:t>‹#›</a:t>
            </a:fld>
            <a:endParaRPr lang="en-US"/>
          </a:p>
        </p:txBody>
      </p:sp>
    </p:spTree>
    <p:extLst>
      <p:ext uri="{BB962C8B-B14F-4D97-AF65-F5344CB8AC3E}">
        <p14:creationId xmlns:p14="http://schemas.microsoft.com/office/powerpoint/2010/main" val="3162526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DB3BFFB-B274-F4EA-C834-8BB06C9492C0}"/>
              </a:ext>
            </a:extLst>
          </p:cNvPr>
          <p:cNvPicPr>
            <a:picLocks noChangeAspect="1"/>
          </p:cNvPicPr>
          <p:nvPr/>
        </p:nvPicPr>
        <p:blipFill>
          <a:blip r:embed="rId2"/>
          <a:stretch>
            <a:fillRect/>
          </a:stretch>
        </p:blipFill>
        <p:spPr>
          <a:xfrm>
            <a:off x="233680" y="647549"/>
            <a:ext cx="5404010" cy="5103168"/>
          </a:xfrm>
          <a:prstGeom prst="rect">
            <a:avLst/>
          </a:prstGeom>
        </p:spPr>
      </p:pic>
      <p:sp>
        <p:nvSpPr>
          <p:cNvPr id="7" name="TextBox 6">
            <a:extLst>
              <a:ext uri="{FF2B5EF4-FFF2-40B4-BE49-F238E27FC236}">
                <a16:creationId xmlns:a16="http://schemas.microsoft.com/office/drawing/2014/main" id="{5D80E0B0-C5AC-D8B9-A001-9152BAA213EF}"/>
              </a:ext>
            </a:extLst>
          </p:cNvPr>
          <p:cNvSpPr txBox="1"/>
          <p:nvPr/>
        </p:nvSpPr>
        <p:spPr>
          <a:xfrm>
            <a:off x="6096000" y="221226"/>
            <a:ext cx="5404010" cy="6632585"/>
          </a:xfrm>
          <a:prstGeom prst="rect">
            <a:avLst/>
          </a:prstGeom>
          <a:noFill/>
        </p:spPr>
        <p:txBody>
          <a:bodyPr wrap="square" rtlCol="0">
            <a:spAutoFit/>
          </a:bodyPr>
          <a:lstStyle/>
          <a:p>
            <a:pPr marL="457200" indent="-457200">
              <a:buFont typeface="+mj-lt"/>
              <a:buAutoNum type="arabicPeriod"/>
            </a:pPr>
            <a:r>
              <a:rPr lang="en-US" sz="2500" dirty="0">
                <a:latin typeface="Times New Roman" panose="02020603050405020304" pitchFamily="18" charset="0"/>
                <a:cs typeface="Times New Roman" panose="02020603050405020304" pitchFamily="18" charset="0"/>
              </a:rPr>
              <a:t>Analyzing the problem which is how to manage the education recourses. The problem was mainly that data are available, but they are not easy to access and students stuck searching for them.</a:t>
            </a:r>
            <a:br>
              <a:rPr lang="en-US" sz="2500" dirty="0">
                <a:latin typeface="Times New Roman" panose="02020603050405020304" pitchFamily="18" charset="0"/>
                <a:cs typeface="Times New Roman" panose="02020603050405020304" pitchFamily="18" charset="0"/>
              </a:rPr>
            </a:br>
            <a:endParaRPr lang="en-US" sz="25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500" dirty="0">
                <a:latin typeface="Times New Roman" panose="02020603050405020304" pitchFamily="18" charset="0"/>
                <a:cs typeface="Times New Roman" panose="02020603050405020304" pitchFamily="18" charset="0"/>
              </a:rPr>
              <a:t>We think how we can make it easier and then we make a flowchart and a pseudocode on how the website is going to be.</a:t>
            </a:r>
            <a:br>
              <a:rPr lang="en-US" sz="2500" dirty="0">
                <a:latin typeface="Times New Roman" panose="02020603050405020304" pitchFamily="18" charset="0"/>
                <a:cs typeface="Times New Roman" panose="02020603050405020304" pitchFamily="18" charset="0"/>
              </a:rPr>
            </a:br>
            <a:endParaRPr lang="en-US" sz="25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500" dirty="0">
                <a:latin typeface="Times New Roman" panose="02020603050405020304" pitchFamily="18" charset="0"/>
                <a:cs typeface="Times New Roman" panose="02020603050405020304" pitchFamily="18" charset="0"/>
              </a:rPr>
              <a:t>We worked in the code for each page.</a:t>
            </a:r>
            <a:br>
              <a:rPr lang="en-US" sz="2500" dirty="0">
                <a:latin typeface="Times New Roman" panose="02020603050405020304" pitchFamily="18" charset="0"/>
                <a:cs typeface="Times New Roman" panose="02020603050405020304" pitchFamily="18" charset="0"/>
              </a:rPr>
            </a:br>
            <a:endParaRPr lang="en-US" sz="25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US" sz="2500" dirty="0">
                <a:latin typeface="Times New Roman" panose="02020603050405020304" pitchFamily="18" charset="0"/>
                <a:cs typeface="Times New Roman" panose="02020603050405020304" pitchFamily="18" charset="0"/>
              </a:rPr>
              <a:t>We test the site and make sure that it is working without any errors.</a:t>
            </a:r>
          </a:p>
        </p:txBody>
      </p:sp>
    </p:spTree>
    <p:extLst>
      <p:ext uri="{BB962C8B-B14F-4D97-AF65-F5344CB8AC3E}">
        <p14:creationId xmlns:p14="http://schemas.microsoft.com/office/powerpoint/2010/main" val="36425626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5166B-9936-0C54-11A6-9A55FA34944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3B9EA918-6AEA-C2CA-1D14-63949698DB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2475" y="0"/>
            <a:ext cx="7174410" cy="6858000"/>
          </a:xfrm>
          <a:prstGeom prst="rect">
            <a:avLst/>
          </a:prstGeom>
        </p:spPr>
      </p:pic>
      <p:pic>
        <p:nvPicPr>
          <p:cNvPr id="17" name="Graphic 16">
            <a:extLst>
              <a:ext uri="{FF2B5EF4-FFF2-40B4-BE49-F238E27FC236}">
                <a16:creationId xmlns:a16="http://schemas.microsoft.com/office/drawing/2014/main" id="{0A227392-16CD-67AF-FFB2-6DCD55B6768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18248" y="0"/>
            <a:ext cx="2673752" cy="2673752"/>
          </a:xfrm>
          <a:prstGeom prst="rect">
            <a:avLst/>
          </a:prstGeom>
        </p:spPr>
      </p:pic>
      <p:sp>
        <p:nvSpPr>
          <p:cNvPr id="19" name="TextBox 18">
            <a:extLst>
              <a:ext uri="{FF2B5EF4-FFF2-40B4-BE49-F238E27FC236}">
                <a16:creationId xmlns:a16="http://schemas.microsoft.com/office/drawing/2014/main" id="{B4A97029-92B7-1430-9F99-45B96CD2ADA9}"/>
              </a:ext>
            </a:extLst>
          </p:cNvPr>
          <p:cNvSpPr txBox="1"/>
          <p:nvPr/>
        </p:nvSpPr>
        <p:spPr>
          <a:xfrm>
            <a:off x="7652167" y="2306412"/>
            <a:ext cx="3732162" cy="4493538"/>
          </a:xfrm>
          <a:prstGeom prst="rect">
            <a:avLst/>
          </a:prstGeom>
          <a:noFill/>
        </p:spPr>
        <p:txBody>
          <a:bodyPr wrap="square" rtlCol="0">
            <a:spAutoFit/>
          </a:bodyPr>
          <a:lstStyle/>
          <a:p>
            <a:r>
              <a:rPr lang="en-US" sz="1300" dirty="0"/>
              <a:t>Start</a:t>
            </a:r>
          </a:p>
          <a:p>
            <a:r>
              <a:rPr lang="en-US" sz="1300" dirty="0"/>
              <a:t>Load Home page code</a:t>
            </a:r>
          </a:p>
          <a:p>
            <a:r>
              <a:rPr lang="en-US" sz="1300" dirty="0"/>
              <a:t>If button Selected == quizzes then</a:t>
            </a:r>
          </a:p>
          <a:p>
            <a:r>
              <a:rPr lang="en-US" sz="1300" dirty="0"/>
              <a:t>	Load Quizzes page for this subject</a:t>
            </a:r>
          </a:p>
          <a:p>
            <a:r>
              <a:rPr lang="en-US" sz="1300" dirty="0"/>
              <a:t>	if material == Flashcards then</a:t>
            </a:r>
          </a:p>
          <a:p>
            <a:r>
              <a:rPr lang="en-US" sz="1300" dirty="0"/>
              <a:t>		Start Flashcards</a:t>
            </a:r>
          </a:p>
          <a:p>
            <a:r>
              <a:rPr lang="en-US" sz="1300" dirty="0"/>
              <a:t>	elseif material == Quizzes then</a:t>
            </a:r>
          </a:p>
          <a:p>
            <a:r>
              <a:rPr lang="en-US" sz="1300" dirty="0"/>
              <a:t>		Run Quiz and timer</a:t>
            </a:r>
          </a:p>
          <a:p>
            <a:r>
              <a:rPr lang="en-US" sz="1300" dirty="0"/>
              <a:t>	else</a:t>
            </a:r>
          </a:p>
          <a:p>
            <a:r>
              <a:rPr lang="en-US" sz="1300" dirty="0"/>
              <a:t>		Quizzes sites links</a:t>
            </a:r>
          </a:p>
          <a:p>
            <a:r>
              <a:rPr lang="en-US" sz="1300" dirty="0"/>
              <a:t>	endif</a:t>
            </a:r>
          </a:p>
          <a:p>
            <a:r>
              <a:rPr lang="en-US" sz="1300" dirty="0"/>
              <a:t>Else</a:t>
            </a:r>
          </a:p>
          <a:p>
            <a:r>
              <a:rPr lang="en-US" sz="1300" dirty="0"/>
              <a:t>	Load Lectures page for this subject</a:t>
            </a:r>
          </a:p>
          <a:p>
            <a:r>
              <a:rPr lang="en-US" sz="1300" dirty="0"/>
              <a:t>	if material == Videos then</a:t>
            </a:r>
          </a:p>
          <a:p>
            <a:r>
              <a:rPr lang="en-US" sz="1300" dirty="0"/>
              <a:t>		open videos</a:t>
            </a:r>
          </a:p>
          <a:p>
            <a:r>
              <a:rPr lang="en-US" sz="1300" dirty="0"/>
              <a:t>	elseif material == PDFs then</a:t>
            </a:r>
          </a:p>
          <a:p>
            <a:r>
              <a:rPr lang="en-US" sz="1300" dirty="0"/>
              <a:t>		download PDFs</a:t>
            </a:r>
          </a:p>
          <a:p>
            <a:r>
              <a:rPr lang="en-US" sz="1300" dirty="0"/>
              <a:t>	else</a:t>
            </a:r>
          </a:p>
          <a:p>
            <a:r>
              <a:rPr lang="en-US" sz="1300" dirty="0"/>
              <a:t>		References Links</a:t>
            </a:r>
          </a:p>
          <a:p>
            <a:r>
              <a:rPr lang="en-US" sz="1300" dirty="0"/>
              <a:t>	endif</a:t>
            </a:r>
          </a:p>
          <a:p>
            <a:r>
              <a:rPr lang="en-US" sz="1300" dirty="0"/>
              <a:t>Endif</a:t>
            </a:r>
          </a:p>
          <a:p>
            <a:r>
              <a:rPr lang="en-US" sz="1300" dirty="0"/>
              <a:t>End</a:t>
            </a:r>
          </a:p>
        </p:txBody>
      </p:sp>
    </p:spTree>
    <p:extLst>
      <p:ext uri="{BB962C8B-B14F-4D97-AF65-F5344CB8AC3E}">
        <p14:creationId xmlns:p14="http://schemas.microsoft.com/office/powerpoint/2010/main" val="31473423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84</TotalTime>
  <Words>175</Words>
  <Application>Microsoft Office PowerPoint</Application>
  <PresentationFormat>Widescreen</PresentationFormat>
  <Paragraphs>26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Aptos</vt:lpstr>
      <vt:lpstr>Aptos Display</vt:lpstr>
      <vt:lpstr>Arial</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Hassan Mohamed Mohamed</dc:creator>
  <cp:lastModifiedBy>Hassan Mohamed Mohamed</cp:lastModifiedBy>
  <cp:revision>2</cp:revision>
  <dcterms:created xsi:type="dcterms:W3CDTF">2026-10-23T12:32:03Z</dcterms:created>
  <dcterms:modified xsi:type="dcterms:W3CDTF">2026-10-23T13:56:35Z</dcterms:modified>
</cp:coreProperties>
</file>